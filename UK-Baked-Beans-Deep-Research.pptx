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02920" y="1371600"/>
            <a:ext cx="804672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为什么英国人这么爱吃罐装烘豆（baked beans）？</a:t>
            </a:r>
            <a:endParaRPr lang="en-US" sz="4600" dirty="0"/>
          </a:p>
        </p:txBody>
      </p:sp>
      <p:sp>
        <p:nvSpPr>
          <p:cNvPr id="9" name="Shape 7"/>
          <p:cNvSpPr/>
          <p:nvPr/>
        </p:nvSpPr>
        <p:spPr>
          <a:xfrm>
            <a:off x="502920" y="2971800"/>
            <a:ext cx="6126480" cy="502920"/>
          </a:xfrm>
          <a:prstGeom prst="rect">
            <a:avLst/>
          </a:prstGeom>
          <a:solidFill>
            <a:srgbClr val="C1666B">
              <a:alpha val="88000"/>
            </a:srgbClr>
          </a:solidFill>
          <a:ln w="12700">
            <a:solidFill>
              <a:srgbClr val="C1666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304495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CFBF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生成日期：2026-02-11  ·  主题：Markdown → Modern PPTX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Executive Summary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一句话：把核心结论放在第一页内容页。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5760720" cy="292608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1783080"/>
            <a:ext cx="51206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英国人爱吃罐装烘豆（尤其是番茄酱汁的“British-style baked beans”）通常不是因为“精致好吃”，而是由 历史输入（罐头工业与品牌进入英国）+ 战争时期与通胀年代的“便宜、耐放、顶饱”需求 + 文化绑定（beans on toast / full English）+ 长期广告与供应链本地化 共同塑造的日常主食与“comfort food”。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583680" y="1600200"/>
            <a:ext cx="1965960" cy="2926080"/>
          </a:xfrm>
          <a:prstGeom prst="rect">
            <a:avLst/>
          </a:prstGeom>
          <a:solidFill>
            <a:srgbClr val="FBF3E6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784848" y="1783080"/>
            <a:ext cx="1600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Theme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784848" y="217627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84848" y="224942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Golden Hour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6784848" y="267919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784848" y="275234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一致配色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784848" y="3182112"/>
            <a:ext cx="1600200" cy="384048"/>
          </a:xfrm>
          <a:prstGeom prst="roundRect">
            <a:avLst/>
          </a:prstGeom>
          <a:solidFill>
            <a:srgbClr val="F9D073"/>
          </a:solidFill>
          <a:ln w="12700">
            <a:solidFill>
              <a:srgbClr val="F5B21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84848" y="325526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可复用脚本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784848" y="3685032"/>
            <a:ext cx="1600200" cy="384048"/>
          </a:xfrm>
          <a:prstGeom prst="roundRect">
            <a:avLst/>
          </a:prstGeom>
          <a:solidFill>
            <a:srgbClr val="DDABAE"/>
          </a:solidFill>
          <a:ln w="12700">
            <a:solidFill>
              <a:srgbClr val="C7757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784848" y="3758184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可验证输出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Key Findings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把最重要的 3–5 点拆成卡片。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22960" y="185623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43560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历史路径决定了它成了“日常”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143560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Heinz 早期把罐装烘豆带入英国的零售体系，随后在英国设厂、本地化供应，价格下降并走入大众餐桌。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4892040" y="160020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120640" y="185623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20640" y="191109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5733288" y="182880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战争与经济压力强化了“方便+便宜+营养”定位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5733288" y="222199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二战及其后，耐储存、可快速加热的罐头食品更容易成为家庭常备；此后在高通胀/失业压力时期，“便宜又顶饱”的组合继续巩固其地位。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9436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822960" y="3502152"/>
            <a:ext cx="502920" cy="502920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2296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143560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文化绑定很强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43560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烘豆被固定进“full English breakfast”的想象里，也形成“beans on toast”这种极低门槛的一餐。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4892040" y="3246120"/>
            <a:ext cx="3657600" cy="141732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120640" y="3502152"/>
            <a:ext cx="502920" cy="502920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120640" y="3557016"/>
            <a:ext cx="502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33288" y="3474720"/>
            <a:ext cx="2697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英式口味与美式不一样</a:t>
            </a:r>
            <a:endParaRPr lang="en-US" sz="1700" dirty="0"/>
          </a:p>
        </p:txBody>
      </p:sp>
      <p:sp>
        <p:nvSpPr>
          <p:cNvPr id="31" name="Text 29"/>
          <p:cNvSpPr/>
          <p:nvPr/>
        </p:nvSpPr>
        <p:spPr>
          <a:xfrm>
            <a:off x="5733288" y="3867912"/>
            <a:ext cx="26974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661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英式更偏番茄、较不甜、常见无肉；对不习惯的人会觉得寡淡或“怪”。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187452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Detailed Analysis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502920" y="26974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EFEEED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每个小节 1 页：左侧正文，右侧要点。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5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### 1) “罐头+品牌进入英国”把它带进日常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一条常被引用的叙事是：Heinz 早期把罐装烘豆带到伦敦作为样品进入高端零售渠道，随后随着产能与供应链本地化、价格逐步下降，烘豆从“稀罕/偏奢侈的进口罐头”变成更大众可及的食品。Chatham House 还给出了一个很直观的价格对比：早期进口罐头在当时是昂贵商品，但到 1920s 价格显著下降，成为更普及的日常补给。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Illustration</a:t>
            </a:r>
            <a:endParaRPr lang="en-US" sz="1200" dirty="0"/>
          </a:p>
        </p:txBody>
      </p:sp>
      <p:pic>
        <p:nvPicPr>
          <p:cNvPr id="15" name="Image 0" descr="E:\development\deeprearch_files\images\slide-05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2176272"/>
            <a:ext cx="1956816" cy="2103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46520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9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(Gemini)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6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2) 战争时期与“耐放、可冷食”的优势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在英国关于烘豆的公共叙事里，二战和战后“家庭如何在约束条件下吃饱”是关键背景：罐头烘豆耐储存、加热快、哪怕没条件也能勉强冷食，因此容易成为“总能派上用场”的储备品。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的文章提到，战时烘豆被宣传为“保持体力”的食物；在冷战时期的民防语境里，家庭也被建议储备烘豆等耐储存食品，以应对能源或供应中断。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Illustration</a:t>
            </a:r>
            <a:endParaRPr lang="en-US" sz="1200" dirty="0"/>
          </a:p>
        </p:txBody>
      </p:sp>
      <p:pic>
        <p:nvPicPr>
          <p:cNvPr id="15" name="Image 0" descr="E:\development\deeprearch_files\images\slide-06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2176272"/>
            <a:ext cx="1956816" cy="2103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46520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9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(Gemini)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3) 经济学：它长期被当作“便宜蛋白+便捷热量”的代表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你觉得“难吃”并不奇怪：很多人吃它主要是 功能性——便宜、方便、稳定、吃起来饱。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报道过 1990s 英国超市自有品牌烘豆的极端价格战（甚至出现限购），这种“极低价格 + 高周转”的商业事实，会把烘豆进一步推向“学生/打工人/家庭常备”。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Illustration</a:t>
            </a:r>
            <a:endParaRPr lang="en-US" sz="1200" dirty="0"/>
          </a:p>
        </p:txBody>
      </p:sp>
      <p:pic>
        <p:nvPicPr>
          <p:cNvPr id="15" name="Image 0" descr="E:\development\deeprearch_files\images\slide-07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2176272"/>
            <a:ext cx="1956816" cy="2103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46520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9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(Gemini)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4) 文化绑定：full English 与 beans on toast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烘豆在英国并非只是“配菜”，它常被当作标准化的“盘子组件”：full English breakfast 里，很多人把“beans”视作必备项之一。</a:t>
            </a:r>
            <a:endParaRPr lang="en-US" sz="15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的调查显示，在英格兰受访者心目中，“beans”被相当比例的人视为理想 full English 的必备元素（与培根、香肠、吐司等一起构成“标准答案”）。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4465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Illustration</a:t>
            </a:r>
            <a:endParaRPr lang="en-US" sz="1200" dirty="0"/>
          </a:p>
        </p:txBody>
      </p:sp>
      <p:pic>
        <p:nvPicPr>
          <p:cNvPr id="15" name="Image 0" descr="E:\development\deeprearch_files\images\slide-08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2176272"/>
            <a:ext cx="1956816" cy="2103120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6446520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9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(Gemini)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9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5) 口味差异：英式烘豆不是美式那种“甜烟熏”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45920"/>
            <a:ext cx="5486400" cy="297180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914400" y="1847088"/>
            <a:ext cx="48463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5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跨文化踩雷点在这里：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2798064"/>
            <a:ext cx="46634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美式烘豆常见更甜、更浓稠，可能带烟熏/糖蜜/肉味；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英式罐装烘豆通常是 更清爽的番茄底、整体不那么甜、且常见无肉版本。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6263640" y="1645920"/>
            <a:ext cx="2286000" cy="2971800"/>
          </a:xfrm>
          <a:prstGeom prst="rect">
            <a:avLst/>
          </a:prstGeom>
          <a:solidFill>
            <a:srgbClr val="F8F1EE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6446520" y="1847088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Illustration</a:t>
            </a:r>
            <a:endParaRPr lang="en-US" sz="1200" dirty="0"/>
          </a:p>
        </p:txBody>
      </p:sp>
      <p:pic>
        <p:nvPicPr>
          <p:cNvPr id="16" name="Image 0" descr="E:\development\deeprearch_files\images\slide-09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428232" y="2176272"/>
            <a:ext cx="1956816" cy="2103120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6446520" y="4306824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07975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AI-generated (Gemini)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Consensus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烘豆在英国的流行与“罐头便利、长期稳定供应、价格亲民、文化绑定（早餐与吐司）”密切相关。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英式与美式烘豆在配方与风味上差异明显，导致外来者体验分化。</a:t>
            </a:r>
            <a:endParaRPr lang="en-US" sz="16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Areas of Debate</a:t>
            </a:r>
            <a:endParaRPr lang="en-US" sz="3400" dirty="0"/>
          </a:p>
        </p:txBody>
      </p:sp>
      <p:sp>
        <p:nvSpPr>
          <p:cNvPr id="11" name="Shape 9"/>
          <p:cNvSpPr/>
          <p:nvPr/>
        </p:nvSpPr>
        <p:spPr>
          <a:xfrm>
            <a:off x="594360" y="1600200"/>
            <a:ext cx="7909560" cy="31089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874520"/>
            <a:ext cx="7132320" cy="2606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“到底谁最早把它带进英国、以及具体年份细节”：不同来源会出现 1860s/1880s/1901 等叙事差异（可能指“带样品来”“首次上架销售”“某公司史口径”“罐头烘豆类目/品牌产品”的不同定义）。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“战争影响的强度”：有的资料强调其在战时/民防叙事中的代表性，但精确到“政策条目/分类”的表述，仍需更一手的政府档案来逐条核对。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DFCAB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7706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12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566928"/>
            <a:ext cx="8046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4A403A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Sources</a:t>
            </a:r>
            <a:endParaRPr lang="en-US" sz="3400" dirty="0"/>
          </a:p>
        </p:txBody>
      </p:sp>
      <p:sp>
        <p:nvSpPr>
          <p:cNvPr id="11" name="Text 9"/>
          <p:cNvSpPr/>
          <p:nvPr/>
        </p:nvSpPr>
        <p:spPr>
          <a:xfrm>
            <a:off x="502920" y="10972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（按引用编号）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1417320"/>
            <a:ext cx="7909560" cy="3337560"/>
          </a:xfrm>
          <a:prstGeom prst="rect">
            <a:avLst/>
          </a:prstGeom>
          <a:solidFill>
            <a:srgbClr val="FBF8F5"/>
          </a:solidFill>
          <a:ln w="8890">
            <a:solidFill>
              <a:srgbClr val="DBD9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914400" y="1591056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166420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155448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Chatham House — *Baked beans* (World Today, 2019-04-04 / 2019-07-31 更新)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371600" y="180136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https://www.chathamhouse.org/baked-beans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914400" y="2157984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2231136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2121408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YouGov — *Bacon is the most important part of a Full English breakfast* (2017-01-23)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371600" y="2368296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https://yougov.co.uk/society/articles/17453-bacon-most-important-part-full-english-breakfast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914400" y="2724912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2798064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2688336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Independent — *Beans means cuts in supermarket wars* (1996-04-15)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371600" y="2935224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https://www.independent.co.uk/news/beans-means-cuts-in-supermarket-wars-1304956.html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14400" y="3291840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" y="3364992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4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371600" y="3255264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Fortnum &amp; Mason — *Our History Timeline*（“Fortnum, Meet Heinz”条目，提及早期罐装烘豆进入英国零售）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371600" y="3502152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https://www.fortnumandmason.com/stories/our-history-timeline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914400" y="3858768"/>
            <a:ext cx="384048" cy="384048"/>
          </a:xfrm>
          <a:prstGeom prst="round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914400" y="3931920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5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371600" y="3822192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 Guardian — *Heinz revampz beanz campaign* (2004-07-16)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1371600" y="4069080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https://www.theguardian.com/media/2004/jul/17/advertising.uknews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914400" y="4425696"/>
            <a:ext cx="384048" cy="384048"/>
          </a:xfrm>
          <a:prstGeom prst="roundRect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914400" y="4498848"/>
            <a:ext cx="38404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1371600" y="4389120"/>
            <a:ext cx="7223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A403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Guinness World Records — *Largest baked bean consumption per capita*（引用 1999 调查数据）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1371600" y="4636008"/>
            <a:ext cx="7223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9837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https://www.guinnessworldrecords.com/world-records/78293-largest-baked-bean-consumption-per-capita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352E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080000">
            <a:off x="7726680" y="41148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080000">
            <a:off x="8092440" y="365760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">
            <a:off x="8430768" y="457200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 rot="1080000">
            <a:off x="7955280" y="621792"/>
            <a:ext cx="201168" cy="128016"/>
          </a:xfrm>
          <a:prstGeom prst="ellipse">
            <a:avLst/>
          </a:prstGeom>
          <a:solidFill>
            <a:srgbClr val="F4A900"/>
          </a:solidFill>
          <a:ln w="12700">
            <a:solidFill>
              <a:srgbClr val="F4A9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 rot="1080000">
            <a:off x="8302752" y="658368"/>
            <a:ext cx="201168" cy="128016"/>
          </a:xfrm>
          <a:prstGeom prst="ellipse">
            <a:avLst/>
          </a:prstGeom>
          <a:solidFill>
            <a:srgbClr val="C1666B"/>
          </a:solidFill>
          <a:ln w="12700">
            <a:solidFill>
              <a:srgbClr val="C1666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0040" y="475945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EADDCC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为什么英国人这么爱吃罐装烘豆（baked beans）？（Deep Research） • 2026-02-11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8275320" y="47320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E9DAC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502920" y="731520"/>
            <a:ext cx="8046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Gaps &amp; Next Steps</a:t>
            </a:r>
            <a:endParaRPr lang="en-US" sz="3800" dirty="0"/>
          </a:p>
        </p:txBody>
      </p:sp>
      <p:sp>
        <p:nvSpPr>
          <p:cNvPr id="11" name="Shape 9"/>
          <p:cNvSpPr/>
          <p:nvPr/>
        </p:nvSpPr>
        <p:spPr>
          <a:xfrm>
            <a:off x="594360" y="1554480"/>
            <a:ext cx="7909560" cy="3063240"/>
          </a:xfrm>
          <a:prstGeom prst="rect">
            <a:avLst/>
          </a:prstGeom>
          <a:solidFill>
            <a:srgbClr val="413B37"/>
          </a:solidFill>
          <a:ln w="8890">
            <a:solidFill>
              <a:srgbClr val="71717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4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1005840" y="178308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CFBF9"/>
                </a:solidFill>
                <a:latin typeface="Segoe UI Semibold" pitchFamily="34" charset="0"/>
                <a:ea typeface="Segoe UI Semibold" pitchFamily="34" charset="-122"/>
                <a:cs typeface="Segoe UI Semibold" pitchFamily="34" charset="-120"/>
              </a:rPr>
              <a:t>把研究推进到更“硬”的材料：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1005840" y="2148840"/>
            <a:ext cx="713232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追到更一手的材料：比如二战时期英国 Ministry of Food 的原始公告/分类文件、以及更系统的食品史研究（学术书/博物馆档案）来核对“政策分类/时间线”。</a:t>
            </a:r>
            <a:endParaRPr lang="en-US" sz="1600" dirty="0"/>
          </a:p>
          <a:p>
            <a:pPr marL="342900" indent="-342900">
              <a:spcAft>
                <a:spcPts val="1000"/>
              </a:spcAft>
              <a:buSzPct val="100000"/>
              <a:buFont typeface="+mj-lt"/>
              <a:buAutoNum type="arabicPeriod" startAt="1"/>
            </a:pPr>
            <a:r>
              <a:rPr lang="en-US" sz="1600" dirty="0">
                <a:solidFill>
                  <a:srgbClr val="F7F6F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进一步比较：英式与美式烘豆在配方调整的具体时间点、以及广告在“把它绑定到早餐/吐司”的作用强度。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502920" y="464058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DEDDD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（主题：Golden Hour / 来自 theme-factory）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Segoe UI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Segoe U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为什么英国人这么爱吃罐装烘豆（baked beans）？（Deep Research）</dc:title>
  <dc:subject>Deep Research deck</dc:subject>
  <dc:creator>Codex (md-to-modern-pptx)</dc:creator>
  <cp:lastModifiedBy>Codex (md-to-modern-pptx)</cp:lastModifiedBy>
  <cp:revision>1</cp:revision>
  <dcterms:created xsi:type="dcterms:W3CDTF">2026-02-11T04:42:23Z</dcterms:created>
  <dcterms:modified xsi:type="dcterms:W3CDTF">2026-02-11T04:42:23Z</dcterms:modified>
</cp:coreProperties>
</file>