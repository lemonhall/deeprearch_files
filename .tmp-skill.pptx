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为什么英国人这么爱吃罐装烘豆（baked beans）？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6126480" cy="502920"/>
          </a:xfrm>
          <a:prstGeom prst="rect">
            <a:avLst/>
          </a:prstGeom>
          <a:solidFill>
            <a:srgbClr val="C1666B">
              <a:alpha val="88000"/>
            </a:srgbClr>
          </a:solidFill>
          <a:ln w="12700">
            <a:solidFill>
              <a:srgbClr val="C166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44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B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生成日期：2026-02-11  ·  主题：Markdown → Modern PPTX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一句话：把核心结论放在第一页内容页。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5760720" cy="292608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7830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英国人爱吃罐装烘豆（尤其是番茄酱汁的“British-style baked beans”）通常不是因为“精致好吃”，而是由 历史输入（罐头工业与品牌进入英国）+ 战争时期与通胀年代的“便宜、耐放、顶饱”需求 + 文化绑定（beans on toast / full English）+ 长期广告与供应链本地化 共同塑造的日常主食与“comfort food”。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1965960" cy="2926080"/>
          </a:xfrm>
          <a:prstGeom prst="rect">
            <a:avLst/>
          </a:prstGeom>
          <a:solidFill>
            <a:srgbClr val="FBF3E6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84848" y="217627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249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Hour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267919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27523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一致配色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84848" y="318211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可复用脚本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84848" y="368503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可验证输出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把最重要的 3–5 点拆成卡片。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历史路径决定了它成了“日常”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Heinz 早期把罐装烘豆带入英国的零售体系，随后在英国设厂、本地化供应，价格下降并走入大众餐桌。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85623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3328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战争与经济压力强化了“方便+便宜+营养”定位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3328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二战及其后，耐储存、可快速加热的罐头食品更容易成为家庭常备；此后在高通胀/失业压力时期，“便宜又顶饱”的组合继续巩固其地位。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560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文化绑定很强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3560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烘豆被固定进“full English breakfast”的想象里，也形成“beans on toast”这种极低门槛的一餐。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350215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3328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英式口味与美式不一样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73328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英式更偏番茄、较不甜、常见无肉；对不习惯的人会觉得寡淡或“怪”。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Detailed Analysis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E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每个小节 1 页：左侧正文，右侧要点。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### 1) “罐头+品牌进入英国”把它带进日常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一条常被引用的叙事是：Heinz 早期把罐装烘豆带到伦敦作为样品进入高端零售渠道，随后随着产能与供应链本地化、价格逐步下降，烘豆从“稀罕/偏奢侈的进口罐头”变成更大众可及的食品。Chatham House 还给出了一个很直观的价格对比：早期进口罐头在当时是昂贵商品，但到 1920s 价格显著下降，成为更普及的日常补给。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### 1) “罐头+品牌进入英国”把它带进日常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战争时期与“耐放、可冷食”的优势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在英国关于烘豆的公共叙事里，二战和战后“家庭如何在约束条件下吃饱”是关键背景：罐头烘豆耐储存、加热快、哪怕没条件也能勉强冷食，因此容易成为“总能派上用场”的储备品。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的文章提到，战时烘豆被宣传为“保持体力”的食物；在冷战时期的民防语境里，家庭也被建议储备烘豆等耐储存食品，以应对能源或供应中断。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战争时期与“耐放、可冷食”的优势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经济学：它长期被当作“便宜蛋白+便捷热量”的代表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你觉得“难吃”并不奇怪：很多人吃它主要是 功能性——便宜、方便、稳定、吃起来饱。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报道过 1990s 英国超市自有品牌烘豆的极端价格战（甚至出现限购），这种“极低价格 + 高周转”的商业事实，会把烘豆进一步推向“学生/打工人/家庭常备”。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经济学：它长期被当作“便宜蛋白+便捷热量”的代表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文化绑定：full English 与 beans on toast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烘豆在英国并非只是“配菜”，它常被当作标准化的“盘子组件”：full English breakfast 里，很多人把“beans”视作必备项之一。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的调查显示，在英格兰受访者心目中，“beans”被相当比例的人视为理想 full English 的必备元素（与培根、香肠、吐司等一起构成“标准答案”）。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331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4) 文化绑定：full English 与 beans on toast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口味差异：英式烘豆不是美式那种“甜烟熏”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跨文化踩雷点在这里：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798064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美式烘豆常见更甜、更浓稠，可能带烟熏/糖蜜/肉味；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英式罐装烘豆通常是 更清爽的番茄底、整体不那么甜、且常见无肉版本。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要点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3317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美式烘豆常见更甜、更浓稠，可能带烟熏/糖蜜/肉味；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816352"/>
            <a:ext cx="146304" cy="146304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770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5D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英式罐装烘豆通常是 更清爽的番茄底、整体不那么甜、且常见无肉版本。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Consensus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烘豆在英国的流行与“罐头便利、长期稳定供应、价格亲民、文化绑定（早餐与吐司）”密切相关。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英式与美式烘豆在配方与风味上差异明显，导致外来者体验分化。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Debate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“到底谁最早把它带进英国、以及具体年份细节”：不同来源会出现 1860s/1880s/1901 等叙事差异（可能指“带样品来”“首次上架销售”“某公司史口径”“罐头烘豆类目/品牌产品”的不同定义）。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“战争影响的强度”：有的资料强调其在战时/民防叙事中的代表性，但精确到“政策条目/分类”的表述，仍需更一手的政府档案来逐条核对。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（按引用编号）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7909560" cy="33375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591056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642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— *Baked beans* (World Today, 2019-04-04 / 2019-07-31 更新)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801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https://www.chathamhouse.org/baked-beans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157984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311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121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— *Bacon is the most important part of a Full English breakfast* (2017-01-23)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3682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https://yougov.co.uk/society/articles/17453-bacon-most-important-part-full-english-breakfast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724912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26883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— *Beans means cuts in supermarket wars* (1996-04-15)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29352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https://www.independent.co.uk/news/beans-means-cuts-in-supermarket-wars-1304956.html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64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2552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Fortnum &amp; Mason — *Our History Timeline*（“Fortnum, Meet Heinz”条目，提及早期罐装烘豆进入英国零售）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35021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https://www.fortnumandmason.com/stories/our-history-timeline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858768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Guardian — *Heinz revampz beanz campaign* (2004-07-16)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0690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https://www.theguardian.com/media/2004/jul/17/advertising.uknews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4425696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98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Guinness World Records — *Largest baked bean consumption per capita*（引用 1999 调查数据）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6360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https://www.guinnessworldrecords.com/world-records/78293-largest-baked-bean-consumption-per-capita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&amp; Next Steps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94360" y="1554480"/>
            <a:ext cx="7909560" cy="3063240"/>
          </a:xfrm>
          <a:prstGeom prst="rect">
            <a:avLst/>
          </a:prstGeom>
          <a:solidFill>
            <a:srgbClr val="413B37"/>
          </a:solidFill>
          <a:ln w="8890">
            <a:solidFill>
              <a:srgbClr val="7171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783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把研究推进到更“硬”的材料：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追到更一手的材料：比如二战时期英国 Ministry of Food 的原始公告/分类文件、以及更系统的食品史研究（学术书/博物馆档案）来核对“政策分类/时间线”。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进一步比较：英式与美式烘豆在配方调整的具体时间点、以及广告在“把它绑定到早餐/吐司”的作用强度。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4640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DD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（主题：Golden Hour / 来自 theme-factory）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为什么英国人这么爱吃罐装烘豆（baked beans）？（Deep Research）</dc:title>
  <dc:subject>Deep Research deck</dc:subject>
  <dc:creator>Codex (md-to-modern-pptx)</dc:creator>
  <cp:lastModifiedBy>Codex (md-to-modern-pptx)</cp:lastModifiedBy>
  <cp:revision>1</cp:revision>
  <dcterms:created xsi:type="dcterms:W3CDTF">2026-02-11T03:12:21Z</dcterms:created>
  <dcterms:modified xsi:type="dcterms:W3CDTF">2026-02-11T03:12:21Z</dcterms:modified>
</cp:coreProperties>
</file>